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Philip" userId="dbd0474f56ef20b0" providerId="LiveId" clId="{7BC765C0-CEEF-43B8-98D3-A471FFDFF819}"/>
    <pc:docChg chg="addSld modSld">
      <pc:chgData name="John Philip" userId="dbd0474f56ef20b0" providerId="LiveId" clId="{7BC765C0-CEEF-43B8-98D3-A471FFDFF819}" dt="2025-11-07T02:21:55.023" v="8" actId="1076"/>
      <pc:docMkLst>
        <pc:docMk/>
      </pc:docMkLst>
      <pc:sldChg chg="addSp modSp mod">
        <pc:chgData name="John Philip" userId="dbd0474f56ef20b0" providerId="LiveId" clId="{7BC765C0-CEEF-43B8-98D3-A471FFDFF819}" dt="2025-11-07T01:37:57.060" v="3" actId="1076"/>
        <pc:sldMkLst>
          <pc:docMk/>
          <pc:sldMk cId="1277983954" sldId="259"/>
        </pc:sldMkLst>
        <pc:picChg chg="add mod">
          <ac:chgData name="John Philip" userId="dbd0474f56ef20b0" providerId="LiveId" clId="{7BC765C0-CEEF-43B8-98D3-A471FFDFF819}" dt="2025-11-07T01:33:14.536" v="1" actId="1076"/>
          <ac:picMkLst>
            <pc:docMk/>
            <pc:sldMk cId="1277983954" sldId="259"/>
            <ac:picMk id="3" creationId="{14464E0C-349E-4F78-933A-DC8BD4BF34B7}"/>
          </ac:picMkLst>
        </pc:picChg>
        <pc:picChg chg="add mod">
          <ac:chgData name="John Philip" userId="dbd0474f56ef20b0" providerId="LiveId" clId="{7BC765C0-CEEF-43B8-98D3-A471FFDFF819}" dt="2025-11-07T01:37:57.060" v="3" actId="1076"/>
          <ac:picMkLst>
            <pc:docMk/>
            <pc:sldMk cId="1277983954" sldId="259"/>
            <ac:picMk id="5" creationId="{1B775D49-A095-0A64-E564-6289A90D55D8}"/>
          </ac:picMkLst>
        </pc:picChg>
      </pc:sldChg>
      <pc:sldChg chg="addSp modSp new mod">
        <pc:chgData name="John Philip" userId="dbd0474f56ef20b0" providerId="LiveId" clId="{7BC765C0-CEEF-43B8-98D3-A471FFDFF819}" dt="2025-11-07T02:21:55.023" v="8" actId="1076"/>
        <pc:sldMkLst>
          <pc:docMk/>
          <pc:sldMk cId="910856275" sldId="260"/>
        </pc:sldMkLst>
        <pc:picChg chg="add mod">
          <ac:chgData name="John Philip" userId="dbd0474f56ef20b0" providerId="LiveId" clId="{7BC765C0-CEEF-43B8-98D3-A471FFDFF819}" dt="2025-11-07T01:44:09.808" v="6" actId="1076"/>
          <ac:picMkLst>
            <pc:docMk/>
            <pc:sldMk cId="910856275" sldId="260"/>
            <ac:picMk id="3" creationId="{19C406CC-579B-502C-E144-12E2D8FF4C49}"/>
          </ac:picMkLst>
        </pc:picChg>
        <pc:picChg chg="add mod">
          <ac:chgData name="John Philip" userId="dbd0474f56ef20b0" providerId="LiveId" clId="{7BC765C0-CEEF-43B8-98D3-A471FFDFF819}" dt="2025-11-07T02:21:55.023" v="8" actId="1076"/>
          <ac:picMkLst>
            <pc:docMk/>
            <pc:sldMk cId="910856275" sldId="260"/>
            <ac:picMk id="5" creationId="{0744F7AB-C6D5-B67F-7574-9825D1ED5E4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804E-2E64-1958-29AD-371C35C45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207675-7646-A7C9-939B-BD80094750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A7A45-75F3-4761-2C25-47D956DEA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BD37C-9CC6-4A40-847F-25D0BFB0107B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7134D-A3C0-F94F-4123-F414072B2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06735-CED0-4F80-551A-DCFE12070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AC4AB-30B8-4F18-960E-628E3A2095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51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CED5F-51E3-CD44-9C00-EEBD5FBAA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1B5A3-5CB8-FEB7-925B-B66B98933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CE688-3E46-DBF6-33DA-D89E75AB3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BD37C-9CC6-4A40-847F-25D0BFB0107B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F1B04-68B6-D382-939D-1ECCE17CF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DD9A0-5184-1DBB-01F6-507457E19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AC4AB-30B8-4F18-960E-628E3A2095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538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5850E-CD2A-BA96-8552-1319666EF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31686-C237-39D7-AB66-412B0CD36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7630E-0B9D-56DB-CA35-5BBE15883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BD37C-9CC6-4A40-847F-25D0BFB0107B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92A23-79D3-CA6C-AC7A-48DA9B3AC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73547-84AC-33D1-92EB-9B7949128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AC4AB-30B8-4F18-960E-628E3A2095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98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826E8-C54B-0350-B478-005477DBF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1CD9A-520A-35EB-2796-CD57790514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55C36-BB9F-F4EF-6D17-2BE104C21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1D479A-2B94-4064-BE4C-27050B5B6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BD37C-9CC6-4A40-847F-25D0BFB0107B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60612-9136-7905-1961-6498F7656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B2201-4491-0E38-4D77-9B1FAEB0E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AC4AB-30B8-4F18-960E-628E3A2095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0750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94F0-A85E-514E-2910-46344F9D2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F0BD7-8856-6C54-87C8-454485E4E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9A9D43-BE07-5084-A5BA-3370D5377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34C773-FFEB-108E-AEFF-93B12026BF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0F7B99-9499-C58E-5417-3A1B7FF621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BB47F9-FEAE-FEFA-B95F-F9BC1DAF7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BD37C-9CC6-4A40-847F-25D0BFB0107B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D3A0F2-E5EF-4968-EE86-C41D4BF71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71229-B77E-F01A-7209-08ECAE22C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AC4AB-30B8-4F18-960E-628E3A2095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917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94148-A87D-8D5A-0578-BB3930A3C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F2854-E656-31A7-505C-0BED01DCC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BD37C-9CC6-4A40-847F-25D0BFB0107B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34BF41-87A6-5006-226D-0FEB50A13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9162DE-0614-3B42-84D1-AE1FABBA1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AC4AB-30B8-4F18-960E-628E3A2095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586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3A04AF-5192-1876-E347-3BFCB1B8D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BD37C-9CC6-4A40-847F-25D0BFB0107B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A5B77A-56BD-472F-2D9D-3A2954A60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40DA9-BFEA-81D5-7AE2-ECB9CBED2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AC4AB-30B8-4F18-960E-628E3A2095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157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D422D-7E27-04B0-7976-3C65819D8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B6B83-58FF-0DE8-4AF8-CBE5A2ACB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76EAF8-A9BA-9E1B-3F6C-E89BF23B8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1D2B02-1D00-2ED8-3B0C-F4F542429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BD37C-9CC6-4A40-847F-25D0BFB0107B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2FB663-7925-2286-AA52-3C91A9BC9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D9124-923C-5C42-F6D8-805499D08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AC4AB-30B8-4F18-960E-628E3A2095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605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1704F-C3AF-3936-FEFB-E33A7450C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364119-2E5C-B81D-4C99-B22FC002FE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C528D5-501E-CA90-803D-7A2FD28D4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DEF82-4999-BDEF-637B-A02AEFB57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BD37C-9CC6-4A40-847F-25D0BFB0107B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09DE69-C06F-7FA9-7FBD-D754C5ED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2F98E-4065-1927-2049-F6A32391F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AC4AB-30B8-4F18-960E-628E3A2095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317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147A5-0DDE-74A9-0488-4E1D4140D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99E3F-B058-6032-AB90-E270D97C8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6F399-474E-1433-0F4B-C87A24A23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BD37C-9CC6-4A40-847F-25D0BFB0107B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3826D-DE81-B114-9A60-F716612D4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AF3EA-6667-BE94-B8CB-8F86215A3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AC4AB-30B8-4F18-960E-628E3A2095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063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B71F0A-A868-CA4C-9EA8-DA8FFF5A7B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0FE135-2C61-32D5-D7DD-4BBDBF001C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625FB-46D7-7B4A-0B42-B0B1D2C7E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BD37C-9CC6-4A40-847F-25D0BFB0107B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018C2-B769-681C-9EC3-1D5985482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74F03-5D9E-006E-624A-1ED4C117C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AC4AB-30B8-4F18-960E-628E3A2095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311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01A37C-3368-12B8-8CF0-DBB650FE5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AB67A-1119-D0F4-7A2E-8FA09F04E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6413E-A759-9426-1EDA-E949048F5F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ABD37C-9CC6-4A40-847F-25D0BFB0107B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82F14-8D16-9140-8331-199EEB08C2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8D60DF-EC9D-7C57-1145-9198FA940F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FAC4AB-30B8-4F18-960E-628E3A2095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3595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1F9BD3-C8C2-5A80-6565-62152F270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119" y="244408"/>
            <a:ext cx="8321761" cy="2194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C1855E-5E81-F52F-C196-055A5566C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6515" y="2877088"/>
            <a:ext cx="8618967" cy="28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981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1ADF88-9B45-F504-5D56-7CC1BA73A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780" y="151286"/>
            <a:ext cx="8283658" cy="27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826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9868D2-B768-D188-1BE3-1BEEEB785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96" y="113104"/>
            <a:ext cx="4397121" cy="46638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1813A8-7587-5A09-4EA4-4E0647075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492" y="113104"/>
            <a:ext cx="5852667" cy="39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719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464E0C-349E-4F78-933A-DC8BD4BF3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1" y="79295"/>
            <a:ext cx="5883150" cy="50296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775D49-A095-0A64-E564-6289A90D5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9391"/>
            <a:ext cx="6005080" cy="454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983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C406CC-579B-502C-E144-12E2D8FF4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06" y="126893"/>
            <a:ext cx="6942422" cy="37417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44F7AB-C6D5-B67F-7574-9825D1ED5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428" y="126893"/>
            <a:ext cx="4976291" cy="355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856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Philip</dc:creator>
  <cp:lastModifiedBy>John Philip</cp:lastModifiedBy>
  <cp:revision>1</cp:revision>
  <dcterms:created xsi:type="dcterms:W3CDTF">2025-11-07T00:41:56Z</dcterms:created>
  <dcterms:modified xsi:type="dcterms:W3CDTF">2025-11-07T02:21:56Z</dcterms:modified>
</cp:coreProperties>
</file>