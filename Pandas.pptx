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361BC-C4E0-46D4-B174-635432FA5545}" v="1" dt="2025-11-07T02:26:32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Philip" userId="dbd0474f56ef20b0" providerId="LiveId" clId="{7BC765C0-CEEF-43B8-98D3-A471FFDFF819}"/>
    <pc:docChg chg="custSel addSld modSld">
      <pc:chgData name="John Philip" userId="dbd0474f56ef20b0" providerId="LiveId" clId="{7BC765C0-CEEF-43B8-98D3-A471FFDFF819}" dt="2025-11-07T02:49:38.429" v="57" actId="1076"/>
      <pc:docMkLst>
        <pc:docMk/>
      </pc:docMkLst>
      <pc:sldChg chg="addSp modSp new mod">
        <pc:chgData name="John Philip" userId="dbd0474f56ef20b0" providerId="LiveId" clId="{7BC765C0-CEEF-43B8-98D3-A471FFDFF819}" dt="2025-11-05T23:56:55.093" v="4" actId="1076"/>
        <pc:sldMkLst>
          <pc:docMk/>
          <pc:sldMk cId="1858968877" sldId="257"/>
        </pc:sldMkLst>
        <pc:picChg chg="add mod">
          <ac:chgData name="John Philip" userId="dbd0474f56ef20b0" providerId="LiveId" clId="{7BC765C0-CEEF-43B8-98D3-A471FFDFF819}" dt="2025-11-05T23:56:04.092" v="2" actId="1076"/>
          <ac:picMkLst>
            <pc:docMk/>
            <pc:sldMk cId="1858968877" sldId="257"/>
            <ac:picMk id="3" creationId="{CF74F978-C4AC-487B-8320-53AE7EC9431A}"/>
          </ac:picMkLst>
        </pc:picChg>
        <pc:picChg chg="add mod">
          <ac:chgData name="John Philip" userId="dbd0474f56ef20b0" providerId="LiveId" clId="{7BC765C0-CEEF-43B8-98D3-A471FFDFF819}" dt="2025-11-05T23:56:55.093" v="4" actId="1076"/>
          <ac:picMkLst>
            <pc:docMk/>
            <pc:sldMk cId="1858968877" sldId="257"/>
            <ac:picMk id="5" creationId="{5D1801D4-CB56-92E6-F19A-C68F52452DCD}"/>
          </ac:picMkLst>
        </pc:picChg>
      </pc:sldChg>
      <pc:sldChg chg="addSp delSp modSp new mod">
        <pc:chgData name="John Philip" userId="dbd0474f56ef20b0" providerId="LiveId" clId="{7BC765C0-CEEF-43B8-98D3-A471FFDFF819}" dt="2025-11-07T02:26:48.163" v="22" actId="1036"/>
        <pc:sldMkLst>
          <pc:docMk/>
          <pc:sldMk cId="1984033319" sldId="258"/>
        </pc:sldMkLst>
        <pc:picChg chg="add mod">
          <ac:chgData name="John Philip" userId="dbd0474f56ef20b0" providerId="LiveId" clId="{7BC765C0-CEEF-43B8-98D3-A471FFDFF819}" dt="2025-11-07T02:26:39.537" v="19" actId="1076"/>
          <ac:picMkLst>
            <pc:docMk/>
            <pc:sldMk cId="1984033319" sldId="258"/>
            <ac:picMk id="3" creationId="{AEC2331A-2BD4-3EA0-1D01-FCA3F8B41238}"/>
          </ac:picMkLst>
        </pc:picChg>
        <pc:picChg chg="add mod">
          <ac:chgData name="John Philip" userId="dbd0474f56ef20b0" providerId="LiveId" clId="{7BC765C0-CEEF-43B8-98D3-A471FFDFF819}" dt="2025-11-07T02:26:48.163" v="22" actId="1036"/>
          <ac:picMkLst>
            <pc:docMk/>
            <pc:sldMk cId="1984033319" sldId="258"/>
            <ac:picMk id="4" creationId="{C44B05FC-C145-73D7-6761-3664122260DC}"/>
          </ac:picMkLst>
        </pc:picChg>
        <pc:picChg chg="add mod">
          <ac:chgData name="John Philip" userId="dbd0474f56ef20b0" providerId="LiveId" clId="{7BC765C0-CEEF-43B8-98D3-A471FFDFF819}" dt="2025-11-05T23:58:43.739" v="10" actId="1076"/>
          <ac:picMkLst>
            <pc:docMk/>
            <pc:sldMk cId="1984033319" sldId="258"/>
            <ac:picMk id="5" creationId="{A9066B7F-3A57-7634-8F17-5C3B71D11895}"/>
          </ac:picMkLst>
        </pc:picChg>
      </pc:sldChg>
      <pc:sldChg chg="addSp delSp modSp new mod">
        <pc:chgData name="John Philip" userId="dbd0474f56ef20b0" providerId="LiveId" clId="{7BC765C0-CEEF-43B8-98D3-A471FFDFF819}" dt="2025-11-07T02:31:39.263" v="28" actId="1076"/>
        <pc:sldMkLst>
          <pc:docMk/>
          <pc:sldMk cId="1554938039" sldId="259"/>
        </pc:sldMkLst>
        <pc:picChg chg="add del mod">
          <ac:chgData name="John Philip" userId="dbd0474f56ef20b0" providerId="LiveId" clId="{7BC765C0-CEEF-43B8-98D3-A471FFDFF819}" dt="2025-11-07T02:26:27.457" v="16" actId="21"/>
          <ac:picMkLst>
            <pc:docMk/>
            <pc:sldMk cId="1554938039" sldId="259"/>
            <ac:picMk id="3" creationId="{C44B05FC-C145-73D7-6761-3664122260DC}"/>
          </ac:picMkLst>
        </pc:picChg>
        <pc:picChg chg="add mod">
          <ac:chgData name="John Philip" userId="dbd0474f56ef20b0" providerId="LiveId" clId="{7BC765C0-CEEF-43B8-98D3-A471FFDFF819}" dt="2025-11-07T02:29:00.190" v="24" actId="1076"/>
          <ac:picMkLst>
            <pc:docMk/>
            <pc:sldMk cId="1554938039" sldId="259"/>
            <ac:picMk id="5" creationId="{7BBEDEA3-CCE3-25DA-AD78-902CE8C3DD1B}"/>
          </ac:picMkLst>
        </pc:picChg>
        <pc:picChg chg="add mod">
          <ac:chgData name="John Philip" userId="dbd0474f56ef20b0" providerId="LiveId" clId="{7BC765C0-CEEF-43B8-98D3-A471FFDFF819}" dt="2025-11-07T02:30:27.087" v="26" actId="1076"/>
          <ac:picMkLst>
            <pc:docMk/>
            <pc:sldMk cId="1554938039" sldId="259"/>
            <ac:picMk id="7" creationId="{03DE08B8-BF76-E5BC-2FE0-1A685720D94A}"/>
          </ac:picMkLst>
        </pc:picChg>
        <pc:picChg chg="add mod">
          <ac:chgData name="John Philip" userId="dbd0474f56ef20b0" providerId="LiveId" clId="{7BC765C0-CEEF-43B8-98D3-A471FFDFF819}" dt="2025-11-07T02:31:39.263" v="28" actId="1076"/>
          <ac:picMkLst>
            <pc:docMk/>
            <pc:sldMk cId="1554938039" sldId="259"/>
            <ac:picMk id="9" creationId="{11F25334-42AA-7099-14DF-355DB430EE3C}"/>
          </ac:picMkLst>
        </pc:picChg>
      </pc:sldChg>
      <pc:sldChg chg="addSp modSp new mod">
        <pc:chgData name="John Philip" userId="dbd0474f56ef20b0" providerId="LiveId" clId="{7BC765C0-CEEF-43B8-98D3-A471FFDFF819}" dt="2025-11-07T02:36:17.456" v="33" actId="1076"/>
        <pc:sldMkLst>
          <pc:docMk/>
          <pc:sldMk cId="1684751191" sldId="260"/>
        </pc:sldMkLst>
        <pc:picChg chg="add mod">
          <ac:chgData name="John Philip" userId="dbd0474f56ef20b0" providerId="LiveId" clId="{7BC765C0-CEEF-43B8-98D3-A471FFDFF819}" dt="2025-11-07T02:34:20.935" v="31" actId="1076"/>
          <ac:picMkLst>
            <pc:docMk/>
            <pc:sldMk cId="1684751191" sldId="260"/>
            <ac:picMk id="3" creationId="{6F27D3B3-9EDB-28EA-EB06-FA08BB193C6B}"/>
          </ac:picMkLst>
        </pc:picChg>
        <pc:picChg chg="add mod">
          <ac:chgData name="John Philip" userId="dbd0474f56ef20b0" providerId="LiveId" clId="{7BC765C0-CEEF-43B8-98D3-A471FFDFF819}" dt="2025-11-07T02:36:17.456" v="33" actId="1076"/>
          <ac:picMkLst>
            <pc:docMk/>
            <pc:sldMk cId="1684751191" sldId="260"/>
            <ac:picMk id="5" creationId="{50E84D29-8F45-22E9-A354-57D81C72E31D}"/>
          </ac:picMkLst>
        </pc:picChg>
      </pc:sldChg>
      <pc:sldChg chg="addSp delSp modSp new mod">
        <pc:chgData name="John Philip" userId="dbd0474f56ef20b0" providerId="LiveId" clId="{7BC765C0-CEEF-43B8-98D3-A471FFDFF819}" dt="2025-11-07T02:45:34.062" v="52" actId="1076"/>
        <pc:sldMkLst>
          <pc:docMk/>
          <pc:sldMk cId="2001660385" sldId="261"/>
        </pc:sldMkLst>
        <pc:picChg chg="add mod">
          <ac:chgData name="John Philip" userId="dbd0474f56ef20b0" providerId="LiveId" clId="{7BC765C0-CEEF-43B8-98D3-A471FFDFF819}" dt="2025-11-07T02:38:45.908" v="36" actId="1076"/>
          <ac:picMkLst>
            <pc:docMk/>
            <pc:sldMk cId="2001660385" sldId="261"/>
            <ac:picMk id="3" creationId="{A89C999A-4E7B-0FF5-DE87-D0AF15864295}"/>
          </ac:picMkLst>
        </pc:picChg>
        <pc:picChg chg="add del mod">
          <ac:chgData name="John Philip" userId="dbd0474f56ef20b0" providerId="LiveId" clId="{7BC765C0-CEEF-43B8-98D3-A471FFDFF819}" dt="2025-11-07T02:40:16.248" v="39" actId="478"/>
          <ac:picMkLst>
            <pc:docMk/>
            <pc:sldMk cId="2001660385" sldId="261"/>
            <ac:picMk id="5" creationId="{AFE77E3B-85AC-2B6D-8272-92FB5263D161}"/>
          </ac:picMkLst>
        </pc:picChg>
        <pc:picChg chg="add mod">
          <ac:chgData name="John Philip" userId="dbd0474f56ef20b0" providerId="LiveId" clId="{7BC765C0-CEEF-43B8-98D3-A471FFDFF819}" dt="2025-11-07T02:40:22.124" v="41" actId="1076"/>
          <ac:picMkLst>
            <pc:docMk/>
            <pc:sldMk cId="2001660385" sldId="261"/>
            <ac:picMk id="7" creationId="{AED6FB46-0994-A934-AE64-B677CF3B487C}"/>
          </ac:picMkLst>
        </pc:picChg>
        <pc:picChg chg="add mod">
          <ac:chgData name="John Philip" userId="dbd0474f56ef20b0" providerId="LiveId" clId="{7BC765C0-CEEF-43B8-98D3-A471FFDFF819}" dt="2025-11-07T02:43:29.238" v="43" actId="1076"/>
          <ac:picMkLst>
            <pc:docMk/>
            <pc:sldMk cId="2001660385" sldId="261"/>
            <ac:picMk id="9" creationId="{D6B426C8-11A0-67BC-77DA-5257D7A3E6A3}"/>
          </ac:picMkLst>
        </pc:picChg>
        <pc:picChg chg="add mod">
          <ac:chgData name="John Philip" userId="dbd0474f56ef20b0" providerId="LiveId" clId="{7BC765C0-CEEF-43B8-98D3-A471FFDFF819}" dt="2025-11-07T02:44:44.470" v="50" actId="1038"/>
          <ac:picMkLst>
            <pc:docMk/>
            <pc:sldMk cId="2001660385" sldId="261"/>
            <ac:picMk id="11" creationId="{443A94D5-C336-0A5D-A755-142844B68457}"/>
          </ac:picMkLst>
        </pc:picChg>
        <pc:picChg chg="add mod">
          <ac:chgData name="John Philip" userId="dbd0474f56ef20b0" providerId="LiveId" clId="{7BC765C0-CEEF-43B8-98D3-A471FFDFF819}" dt="2025-11-07T02:45:34.062" v="52" actId="1076"/>
          <ac:picMkLst>
            <pc:docMk/>
            <pc:sldMk cId="2001660385" sldId="261"/>
            <ac:picMk id="13" creationId="{C8B67A54-6430-784D-E41B-50018E6C3E6A}"/>
          </ac:picMkLst>
        </pc:picChg>
      </pc:sldChg>
      <pc:sldChg chg="addSp modSp new mod">
        <pc:chgData name="John Philip" userId="dbd0474f56ef20b0" providerId="LiveId" clId="{7BC765C0-CEEF-43B8-98D3-A471FFDFF819}" dt="2025-11-07T02:49:38.429" v="57" actId="1076"/>
        <pc:sldMkLst>
          <pc:docMk/>
          <pc:sldMk cId="3673481990" sldId="262"/>
        </pc:sldMkLst>
        <pc:picChg chg="add mod">
          <ac:chgData name="John Philip" userId="dbd0474f56ef20b0" providerId="LiveId" clId="{7BC765C0-CEEF-43B8-98D3-A471FFDFF819}" dt="2025-11-07T02:47:13.728" v="55" actId="1076"/>
          <ac:picMkLst>
            <pc:docMk/>
            <pc:sldMk cId="3673481990" sldId="262"/>
            <ac:picMk id="3" creationId="{A10F6644-F9BC-2094-FDEB-5FC9D10F80C9}"/>
          </ac:picMkLst>
        </pc:picChg>
        <pc:picChg chg="add mod">
          <ac:chgData name="John Philip" userId="dbd0474f56ef20b0" providerId="LiveId" clId="{7BC765C0-CEEF-43B8-98D3-A471FFDFF819}" dt="2025-11-07T02:49:38.429" v="57" actId="1076"/>
          <ac:picMkLst>
            <pc:docMk/>
            <pc:sldMk cId="3673481990" sldId="262"/>
            <ac:picMk id="5" creationId="{12EC52BE-7E66-8529-CF44-25F6F30CEC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0297-9374-F733-5990-4D5BA6B9F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1B7A3-44D3-2CE7-C601-622FD74F0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5625-43E7-8C25-9378-A08D1EE6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FDCBC-FC0C-4936-1EB4-D88AAC2DD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B5685-F078-06C9-E2D8-6B45F650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943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D349D-B565-1948-21C4-F3CF2B01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904F4-2C14-E9F3-E466-19815FD90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71475-CC65-CA85-03EE-A154C2BE1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FBD85-B6C7-0C2C-46BD-6D20D411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29C3C-DFCC-2B8F-8A8C-514B5B3F8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08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8248-1880-1390-AAE4-CD934ABEB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015CB-C554-1976-4226-8601749F9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7460E-4D5A-C2E8-125F-A907CD83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7A460-6C58-5E91-FC5B-7282CBB4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8A3FE-F445-9AF2-60B2-71D857B1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016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4440-0A99-4866-2A1D-49FFDA126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7FF7-5BDD-8CE4-229B-91BC20630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9CB08-1A8E-D8BF-7ACE-1C26CF4FD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00A38-C6EF-506D-EDCF-370D2620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11F6D-3EED-0DC9-F5AE-AA2FC471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94D05-AD29-9A57-4CAF-38ACD8D5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88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FDA2-5E28-06E5-9F38-A238E8A38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802E6-F557-56CE-A1C4-564F579D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B1C9A-9F24-78BA-780F-E908CDB8B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1D352-4955-1690-2D29-D39ED2768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F7CE9-742D-A1FC-AEC3-D2BB24014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7C707-8C5D-FCE7-3EE5-1AFC8A489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5EEAC-60AB-79F4-A195-06FF117CB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29C0BF-9289-82BD-1C69-CC68960B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168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B621-BBDE-8B3A-CE2C-806ACEE0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D52F0-F614-C8AA-5447-433E920C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0E124-5B7F-6DDD-7ABB-B1B458F0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913B1-5823-4CE9-17A5-34D18EAE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95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47CB3-012C-92BD-39FB-8130B6B5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5EE3D-0AED-1532-9882-777F38B7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5B958-CAF5-D660-E290-FBAD9B55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81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9D8A-88BD-94EC-CC74-C1D897A7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1A414-9287-B70D-37A4-2C4302793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48B42-38F3-8701-C89D-C98E9B7AB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E09A6-40D3-5DDC-85CF-0DDDFA57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97B43-BDD9-FDF0-9276-9BD857CF4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2E7B0-3A81-AF65-B24D-5CC0A298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07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3BE1-2291-94C1-8EA2-ECA29A95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54C89-55BD-3939-2F15-AA9B9723F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26FA3-2395-3C05-1FB0-6DB2C68E6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C3CD1-B03A-02DF-3F6D-6B0B85A1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78A0D-3D4E-D358-3725-522BCEF84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A067F-8287-623D-5280-7FA42921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21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E23F-524B-5EF9-2606-22E796009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F2A21-BDCC-187D-670A-59C90B37C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821C-C0E9-E828-D246-9F8995AA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D53F6-9D92-F911-8864-BB9C6158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84F3-810E-4356-715A-1FD8D94D0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01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1C9CDE-4DAE-7C5A-C8AC-1604AC8BD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A7C5C-2E3B-FBC2-BBBB-8D5B0A0DA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D307F-762F-2EC5-39F5-751F14FF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6BC0D-45AD-9271-45A7-F3760EDA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AAEFA-01CC-0693-4191-F963DB1E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74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3E01C-2BD0-957F-5018-58097526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33463-44EB-FB45-D659-D266DD0C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63126-996C-E0F9-9027-7586C84A7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424E1-FC42-41A9-BC7C-5639C98D859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C13A7-93F8-3BBA-B30D-18904C2ED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0ED1E-0E56-75C5-A349-02E454B99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98A67-35C0-4E93-A3E8-376738519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322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CEA742-86EF-9DB9-FE3C-447CB69B4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4" y="304529"/>
            <a:ext cx="11446232" cy="62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58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4F978-C4AC-487B-8320-53AE7EC94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76" y="226304"/>
            <a:ext cx="5121084" cy="32845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1801D4-CB56-92E6-F19A-C68F52452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14" y="3582948"/>
            <a:ext cx="10958510" cy="2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6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66B7F-3A57-7634-8F17-5C3B71D11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47" y="283057"/>
            <a:ext cx="10257409" cy="48010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C2331A-2BD4-3EA0-1D01-FCA3F8B41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74" y="5194012"/>
            <a:ext cx="1981372" cy="2667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4B05FC-C145-73D7-6761-366412226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704" y="4954863"/>
            <a:ext cx="4541914" cy="177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3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BEDEA3-CCE3-25DA-AD78-902CE8C3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5" y="213724"/>
            <a:ext cx="7026249" cy="3071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DE08B8-BF76-E5BC-2FE0-1A685720D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45" y="3284850"/>
            <a:ext cx="6629975" cy="1524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F25334-42AA-7099-14DF-355DB430E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45" y="4902290"/>
            <a:ext cx="3551228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38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27D3B3-9EDB-28EA-EB06-FA08BB193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41" y="163244"/>
            <a:ext cx="8016935" cy="5875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E84D29-8F45-22E9-A354-57D81C72E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195" y="3989422"/>
            <a:ext cx="4892464" cy="2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51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9C999A-4E7B-0FF5-DE87-D0AF15864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91" y="202698"/>
            <a:ext cx="5189670" cy="5220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D6FB46-0994-A934-AE64-B677CF3B4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91" y="5309452"/>
            <a:ext cx="2400508" cy="731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B426C8-11A0-67BC-77DA-5257D7A3E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568" y="202698"/>
            <a:ext cx="3673158" cy="18899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3A94D5-C336-0A5D-A755-142844B68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263" y="2312573"/>
            <a:ext cx="6462320" cy="22328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B67A54-6430-784D-E41B-50018E6C3E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1263" y="4595121"/>
            <a:ext cx="6043184" cy="1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60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F6644-F9BC-2094-FDEB-5FC9D10F8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90" y="109896"/>
            <a:ext cx="7178662" cy="2225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EC52BE-7E66-8529-CF44-25F6F30CE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90" y="2497748"/>
            <a:ext cx="5204911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81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Philip</dc:creator>
  <cp:lastModifiedBy>John Philip</cp:lastModifiedBy>
  <cp:revision>1</cp:revision>
  <dcterms:created xsi:type="dcterms:W3CDTF">2025-11-05T23:52:54Z</dcterms:created>
  <dcterms:modified xsi:type="dcterms:W3CDTF">2025-11-07T02:49:41Z</dcterms:modified>
</cp:coreProperties>
</file>